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ontserrat" panose="020F0502020204030204" pitchFamily="2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E9C657-8BFA-47BF-BE75-A32853D3242D}">
  <a:tblStyle styleId="{A5E9C657-8BFA-47BF-BE75-A32853D324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5287" y="4577506"/>
            <a:ext cx="37814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20490" y="1708844"/>
            <a:ext cx="8151018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Hospital Readmission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 &amp; Patient Outcomes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66925" y="3407866"/>
            <a:ext cx="80581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Comprehensive Analysis of Diabetic Patient Data &amp; Risk Modeling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3637"/>
            <a:ext cx="34924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33637"/>
            <a:ext cx="34925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33637"/>
            <a:ext cx="34924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14400" y="3490912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40052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1. Front Page &amp; Agenda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2. Problem Statement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3. Methodology &amp; Tools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92550" y="3490912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Technical Depth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92550" y="4005262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4. Power BI Dashboard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5. Random Forest Model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6. Model Performance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70850" y="3490912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Outcomes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70850" y="40052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7. Predictor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8. Actionable Insights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9. Project Conclusion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852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550" y="2852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0850" y="28527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Presentation Guidelines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310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19431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The Clinical Challenge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45745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Hospital readmissions within 30 days significantly impact both patient health and healthcare costs. Identifying high-risk patients during initial treatment is crucial for survival and resource efficiency.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52625"/>
            <a:ext cx="15906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52500" y="38671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Reducing 30-day readmission penalties.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43148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Enhancing care quality for diabetic patients.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47625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Predicting risk using clinical features.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195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67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148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312"/>
            <a:ext cx="349240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19312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19312"/>
            <a:ext cx="349240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14400" y="3176587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Preprocessing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14400" y="3690937"/>
            <a:ext cx="2806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Cleaning 101k+ records. Dropped high-null columns (Weight, Payer Code). Handled '?' as NaN values.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92550" y="3176587"/>
            <a:ext cx="2947087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92550" y="4014787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Categorized 700+ diagnosis codes. Created binary 'Readmission Risk' target variable for ML.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70850" y="3176587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EDA Approach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470850" y="3690937"/>
            <a:ext cx="2806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Visualized risk distribution across age groups, diagnosis categories, and medication counts.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538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550" y="25384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0850" y="25384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Analysis Methodology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117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17811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Interactive Analytics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2955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strategic dashboard designed to transform complex diabetic patient data into scannable clinical insights.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90700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952500" y="30956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Risk by Age: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Identifies [70-80) as the peak risk age group.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52500" y="38481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Diagnosis Heatmap: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Cross-references risk with primary medical conditions.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0" y="46005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Medication Trends: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Monitors correlation between drug counts and stay length.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52500" y="53530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KPI Tracking: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Real-time accuracy and readmission rate monitoring.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Power BI Clinical Dashboard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1237"/>
            <a:ext cx="34924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81237"/>
            <a:ext cx="3492549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81237"/>
            <a:ext cx="34924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914400" y="3338512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Python Stack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14400" y="38528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Pandas for data wrangling, Seaborn for EDA, and Scikit-learn for modeling.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692550" y="3338512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Data Storage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692550" y="38528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SQLite3 integrated for relational querying and temporary in-memory data processing.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470850" y="3338512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470850" y="38528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Matplotlib for static plots and Power BI for dynamic executive reporting.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7003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550" y="27003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0850" y="27003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Tools &amp; Technology Stack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3100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52625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6334125" y="19431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Ensemble Learning Method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334125" y="24574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powerful predictive algorithm that utilizes an ensemble of multiple decision trees to produce more accurate and stable predictions.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715125" y="35623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Forest Construction: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Trains 100+ individual decision trees.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715125" y="43148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Randomness: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Uses random subsets of features to prevent overfitting.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15125" y="50673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Voting: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Final prediction is based on the majority vote of all trees.</a:t>
            </a:r>
            <a:endParaRPr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6147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367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51196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Model: Random Forest Classifier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" name="Google Shape;199;p20"/>
          <p:cNvGraphicFramePr/>
          <p:nvPr/>
        </p:nvGraphicFramePr>
        <p:xfrm>
          <a:off x="6334125" y="26860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{A5E9C657-8BFA-47BF-BE75-A32853D3242D}</a:tableStyleId>
              </a:tblPr>
              <a:tblGrid>
                <a:gridCol w="260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Weighted Avg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14,302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0" name="Google Shape;200;p20"/>
          <p:cNvSpPr txBox="1"/>
          <p:nvPr/>
        </p:nvSpPr>
        <p:spPr>
          <a:xfrm>
            <a:off x="571500" y="3214687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6B6D4"/>
                </a:solidFill>
                <a:latin typeface="Open Sans"/>
                <a:ea typeface="Open Sans"/>
                <a:cs typeface="Open Sans"/>
                <a:sym typeface="Open Sans"/>
              </a:rPr>
              <a:t>91%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4357687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1B4B"/>
                </a:solidFill>
                <a:latin typeface="Open Sans"/>
                <a:ea typeface="Open Sans"/>
                <a:cs typeface="Open Sans"/>
                <a:sym typeface="Open Sans"/>
              </a:rPr>
              <a:t>Overall Accuracy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334125" y="3805237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8943379" y="3805237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334125" y="4329112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8943379" y="4329112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334125" y="4852987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8943379" y="4852987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334125" y="5376862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8943379" y="5376862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 Report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0" y="2433637"/>
            <a:ext cx="8763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0" y="2909887"/>
            <a:ext cx="8763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0" y="3386137"/>
            <a:ext cx="8763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0" y="3862387"/>
            <a:ext cx="8763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0" y="4338637"/>
            <a:ext cx="8763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57500" y="2433637"/>
            <a:ext cx="8763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57500" y="2909887"/>
            <a:ext cx="74485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57500" y="3386137"/>
            <a:ext cx="61341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57500" y="3862387"/>
            <a:ext cx="4819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57500" y="4338637"/>
            <a:ext cx="39433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71500" y="49577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*Feature importance scores extracted from the Random Forest model training results.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71500" y="249555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Open Sans"/>
                <a:ea typeface="Open Sans"/>
                <a:cs typeface="Open Sans"/>
                <a:sym typeface="Open Sans"/>
              </a:rPr>
              <a:t>Num Lab Procedures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297180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Open Sans"/>
                <a:ea typeface="Open Sans"/>
                <a:cs typeface="Open Sans"/>
                <a:sym typeface="Open Sans"/>
              </a:rPr>
              <a:t>Num Medications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344805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Open Sans"/>
                <a:ea typeface="Open Sans"/>
                <a:cs typeface="Open Sans"/>
                <a:sym typeface="Open Sans"/>
              </a:rPr>
              <a:t>Time in Hospital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392430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Open Sans"/>
                <a:ea typeface="Open Sans"/>
                <a:cs typeface="Open Sans"/>
                <a:sym typeface="Open Sans"/>
              </a:rPr>
              <a:t>Age Group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440055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Open Sans"/>
                <a:ea typeface="Open Sans"/>
                <a:cs typeface="Open Sans"/>
                <a:sym typeface="Open Sans"/>
              </a:rPr>
              <a:t>Diagnosis Category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Key Readmission Predictors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9375"/>
            <a:ext cx="34924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619375"/>
            <a:ext cx="3492549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619375"/>
            <a:ext cx="349240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914400" y="2962275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High Risk Profiling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914400" y="3476625"/>
            <a:ext cx="2806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Prioritize patients in the [70-80) age group and those with &gt;20 medications for comprehensive discharge planning.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692550" y="296227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Care Extension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692550" y="3476625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Focus resources on 'Circulatory' diagnosis patients, as data shows they are more prone to frequent readmission.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8470850" y="2962275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Resource Opt.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470850" y="3476625"/>
            <a:ext cx="2806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Utilize the 91% accuracy model to flag high-risk admissions early, allowing for proactive clinical intervention.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Actionable Clinical Insights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952500" y="19431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Data Quality: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Successfully processed 71,509 unique patient records.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952500" y="26955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Prediction: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Achieved a high 91% accuracy rate for patient risk classification.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952500" y="34480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Strategic Value: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Identified Lab Procedures and Medication Count as top clinical risk factors.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952500" y="42005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Next Steps: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Integration of the Random Forest model into hospital EMS systems for real-time alerting.</a:t>
            </a:r>
            <a:endParaRPr/>
          </a:p>
        </p:txBody>
      </p:sp>
      <p:pic>
        <p:nvPicPr>
          <p:cNvPr id="262" name="Google Shape;26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54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47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0043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529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Project Conclusion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3985736" y="2928937"/>
            <a:ext cx="4220527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2867025" y="3873698"/>
            <a:ext cx="6457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Hospital Readmission and Patient Outcome Analysis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4114800" y="4948088"/>
            <a:ext cx="396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Analytical Solution Portfolio | diabetic_data_analysis.py</a:t>
            </a:r>
            <a:endParaRPr/>
          </a:p>
        </p:txBody>
      </p:sp>
      <p:pic>
        <p:nvPicPr>
          <p:cNvPr id="276" name="Google Shape;27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1852612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Widescreen</PresentationFormat>
  <Paragraphs>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Montserrat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Yashitha</dc:creator>
  <cp:lastModifiedBy>npyashitha@gmail.com</cp:lastModifiedBy>
  <cp:revision>1</cp:revision>
  <dcterms:modified xsi:type="dcterms:W3CDTF">2026-05-08T14:54:58Z</dcterms:modified>
</cp:coreProperties>
</file>